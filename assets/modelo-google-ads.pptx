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691987" cy="75599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94183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285F4"/>
                </a:solidFill>
              </a:defRPr>
            </a:pPr>
            <a:r>
              <a:t>Reporte de Publicidad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02124"/>
                </a:solidFill>
              </a:defRPr>
            </a:pPr>
            <a:r>
              <a:t>CLIENTE · Google Ads</a:t>
            </a:r>
          </a:p>
          <a:p>
            <a:pPr>
              <a:defRPr sz="2200">
                <a:solidFill>
                  <a:srgbClr val="202124"/>
                </a:solidFill>
              </a:defRPr>
            </a:pPr>
            <a:r>
              <a:t>FECHA INICIAL a FECHA FINAL</a:t>
            </a:r>
          </a:p>
          <a:p>
            <a:pPr>
              <a:defRPr sz="2200">
                <a:solidFill>
                  <a:srgbClr val="202124"/>
                </a:solidFill>
              </a:defRPr>
            </a:pPr>
            <a:r>
              <a:t>Plantilla sin datos de clientes; completar desde fuentes verificadas.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0"/>
            <a:ext cx="9235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PLANTILLA · Sin resultados reales ·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94183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285F4"/>
                </a:solidFill>
              </a:defRPr>
            </a:pPr>
            <a:r>
              <a:t>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02124"/>
                </a:solidFill>
              </a:defRPr>
            </a:pPr>
            <a:r>
              <a:t>Completar con indicadores disponibles y una lectura comercial sustentada.</a:t>
            </a:r>
          </a:p>
          <a:p>
            <a:pPr>
              <a:defRPr sz="2200">
                <a:solidFill>
                  <a:srgbClr val="202124"/>
                </a:solidFill>
              </a:defRPr>
            </a:pPr>
            <a:r>
              <a:t>Mostrar moneda, intervalo y filtros.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0"/>
            <a:ext cx="9235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PLANTILLA · Sin resultados reales ·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94183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285F4"/>
                </a:solidFill>
              </a:defRPr>
            </a:pPr>
            <a:r>
              <a:t>Medición y conversiones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02124"/>
                </a:solidFill>
              </a:defRPr>
            </a:pPr>
            <a:r>
              <a:t>Definir qué representa cada conversión.</a:t>
            </a:r>
          </a:p>
          <a:p>
            <a:pPr>
              <a:defRPr sz="2200">
                <a:solidFill>
                  <a:srgbClr val="202124"/>
                </a:solidFill>
              </a:defRPr>
            </a:pPr>
            <a:r>
              <a:t>Distinguir visitas, clics, consultas y ventas.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0"/>
            <a:ext cx="9235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PLANTILLA · Sin resultados reales ·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94183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285F4"/>
                </a:solidFill>
              </a:defRPr>
            </a:pPr>
            <a:r>
              <a:t>Evolución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02124"/>
                </a:solidFill>
              </a:defRPr>
            </a:pPr>
            <a:r>
              <a:t>Insertar un gráfico editable con fechas y valores comprobados.</a:t>
            </a:r>
          </a:p>
          <a:p>
            <a:pPr>
              <a:defRPr sz="2200">
                <a:solidFill>
                  <a:srgbClr val="202124"/>
                </a:solidFill>
              </a:defRPr>
            </a:pPr>
            <a:r>
              <a:t>Omitir esta diapositiva si no existe una serie temporal.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0"/>
            <a:ext cx="9235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PLANTILLA · Sin resultados reales ·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94183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285F4"/>
                </a:solidFill>
              </a:defRPr>
            </a:pPr>
            <a:r>
              <a:t>Campañas y segmentos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02124"/>
                </a:solidFill>
              </a:defRPr>
            </a:pPr>
            <a:r>
              <a:t>Comparar solo segmentos presentes en las fuentes.</a:t>
            </a:r>
          </a:p>
          <a:p>
            <a:pPr>
              <a:defRPr sz="2200">
                <a:solidFill>
                  <a:srgbClr val="202124"/>
                </a:solidFill>
              </a:defRPr>
            </a:pPr>
            <a:r>
              <a:t>Agregar tablas o gráficos editables sin duplicar totales.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0"/>
            <a:ext cx="9235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PLANTILLA · Sin resultados reales ·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94183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285F4"/>
                </a:solidFill>
              </a:defRPr>
            </a:pPr>
            <a:r>
              <a:t>Comparación de períodos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02124"/>
                </a:solidFill>
              </a:defRPr>
            </a:pPr>
            <a:r>
              <a:t>Usar intervalos y definiciones compatibles.</a:t>
            </a:r>
          </a:p>
          <a:p>
            <a:pPr>
              <a:defRPr sz="2200">
                <a:solidFill>
                  <a:srgbClr val="202124"/>
                </a:solidFill>
              </a:defRPr>
            </a:pPr>
            <a:r>
              <a:t>Omitir si falta un período anterior válido.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0"/>
            <a:ext cx="9235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PLANTILLA · Sin resultados reales ·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94183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285F4"/>
                </a:solidFill>
              </a:defRPr>
            </a:pPr>
            <a:r>
              <a:t>Conclusiones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02124"/>
                </a:solidFill>
              </a:defRPr>
            </a:pPr>
            <a:r>
              <a:t>Observación → impacto comercial → acción sugerida.</a:t>
            </a:r>
          </a:p>
          <a:p>
            <a:pPr>
              <a:defRPr sz="2200">
                <a:solidFill>
                  <a:srgbClr val="202124"/>
                </a:solidFill>
              </a:defRPr>
            </a:pPr>
            <a:r>
              <a:t>Distinguir hechos e hipótesis.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0"/>
            <a:ext cx="9235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PLANTILLA · Sin resultados reales ·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94183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285F4"/>
                </a:solidFill>
              </a:defRPr>
            </a:pPr>
            <a:r>
              <a:t>Fuentes y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02124"/>
                </a:solidFill>
              </a:defRPr>
            </a:pPr>
            <a:r>
              <a:t>Indicar archivos, filtros, fechas, moneda y limitaciones.</a:t>
            </a:r>
          </a:p>
          <a:p>
            <a:pPr>
              <a:defRPr sz="2200">
                <a:solidFill>
                  <a:srgbClr val="202124"/>
                </a:solidFill>
              </a:defRPr>
            </a:pPr>
            <a:r>
              <a:t>No entregar campos pendientes como resultados finales.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0"/>
            <a:ext cx="9235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PLANTILLA · Sin resultados reales ·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genérica de reporte Google Ads</dc:title>
  <dc:subject>Plantilla sin datos de clientes</dc:subject>
  <dc:creator>Punilla Digital</dc:creator>
  <cp:keywords/>
  <dc:description>Generada sin utilizar contenido del informe histórico.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